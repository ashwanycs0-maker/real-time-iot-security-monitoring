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6DF9A33-3BA5-4178-9C3F-97EDAB8F224B}" v="266" dt="2026-04-07T22:46:26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8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2330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312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411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947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528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366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828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272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7347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9923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0348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E894C0-EF01-4663-8FDB-3199B771C4A0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D18BB1-EA76-4C72-AE0C-0CD4271090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231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b="1" dirty="0">
                <a:latin typeface="Times New Roman"/>
                <a:ea typeface="+mj-lt"/>
                <a:cs typeface="Times New Roman"/>
              </a:rPr>
              <a:t>REAL-TIME IOT SECURITY MONITORING AND THREAT INTELLIGENCE </a:t>
            </a:r>
            <a:r>
              <a:rPr lang="en-US" sz="2800" b="1">
                <a:latin typeface="Times New Roman"/>
                <a:ea typeface="+mj-lt"/>
                <a:cs typeface="Times New Roman"/>
              </a:rPr>
              <a:t>SYSTEM</a:t>
            </a:r>
            <a:endParaRPr lang="en-US" sz="2800" b="1">
              <a:latin typeface="Times New Roman"/>
              <a:cs typeface="Times New Roman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09035" y="4448908"/>
            <a:ext cx="9111014" cy="1257300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                                                                                     </a:t>
            </a:r>
            <a:r>
              <a:rPr lang="en-US" sz="2600" b="1">
                <a:latin typeface="Times New Roman"/>
                <a:cs typeface="Times New Roman"/>
              </a:rPr>
              <a:t> PRESENTED BY</a:t>
            </a:r>
            <a:r>
              <a:rPr lang="en-US" sz="2600" b="1" dirty="0">
                <a:latin typeface="Times New Roman"/>
                <a:cs typeface="Times New Roman"/>
              </a:rPr>
              <a:t>: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cs typeface="Times New Roman"/>
              </a:rPr>
              <a:t>                                                                                        </a:t>
            </a:r>
            <a:r>
              <a:rPr lang="en-US" b="1" dirty="0">
                <a:latin typeface="Times New Roman"/>
                <a:cs typeface="Times New Roman"/>
              </a:rPr>
              <a:t> ASHWANY C S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/>
                <a:cs typeface="Times New Roman"/>
              </a:rPr>
              <a:t>                                                                                                    </a:t>
            </a:r>
            <a:r>
              <a:rPr lang="en-US" b="1" dirty="0">
                <a:latin typeface="Times New Roman"/>
                <a:cs typeface="Times New Roman"/>
              </a:rPr>
              <a:t>PRK25DS1001</a:t>
            </a:r>
          </a:p>
        </p:txBody>
      </p:sp>
      <p:pic>
        <p:nvPicPr>
          <p:cNvPr id="4" name="Picture 3"/>
          <p:cNvPicPr/>
          <p:nvPr/>
        </p:nvPicPr>
        <p:blipFill>
          <a:blip r:embed="rId2"/>
          <a:stretch>
            <a:fillRect/>
          </a:stretch>
        </p:blipFill>
        <p:spPr>
          <a:xfrm>
            <a:off x="729761" y="518599"/>
            <a:ext cx="10498015" cy="1046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772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ABSTRACT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 Real-time IoT network threat detection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 MQTT protocol for device data collection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Traffic classified as Normal, Anomaly, Suspicious, or DDoS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Interactive dashboard with live alerts and device health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Visual charts for easy network activity interpretation 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r>
              <a:rPr lang="en-US">
                <a:latin typeface="Times New Roman"/>
                <a:ea typeface="+mn-lt"/>
                <a:cs typeface="Times New Roman"/>
              </a:rPr>
              <a:t>  Automated PDF and Excel reporting for audits and analysis</a:t>
            </a:r>
            <a:endParaRPr lang="en-US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Ø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06883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latin typeface="Times New Roman"/>
                <a:cs typeface="Times New Roman"/>
              </a:rPr>
              <a:t>TOOLS USED</a:t>
            </a:r>
            <a:endParaRPr lang="en-US" b="1" dirty="0">
              <a:latin typeface="Times New Roman"/>
              <a:cs typeface="Times New Roman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algn="just">
              <a:buFont typeface="Wingdings"/>
              <a:buChar char="Ø"/>
            </a:pPr>
            <a:r>
              <a:rPr lang="en-US" dirty="0">
                <a:latin typeface="Times New Roman"/>
                <a:ea typeface="Calibri"/>
                <a:cs typeface="Times New Roman"/>
              </a:rPr>
              <a:t> </a:t>
            </a:r>
            <a:r>
              <a:rPr lang="en-US" b="1">
                <a:latin typeface="Times New Roman"/>
                <a:ea typeface="Calibri"/>
                <a:cs typeface="Times New Roman"/>
              </a:rPr>
              <a:t>Python</a:t>
            </a:r>
            <a:r>
              <a:rPr lang="en-US">
                <a:latin typeface="Times New Roman"/>
                <a:ea typeface="Calibri"/>
                <a:cs typeface="Times New Roman"/>
              </a:rPr>
              <a:t> – Backend programming </a:t>
            </a: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b="1">
                <a:latin typeface="Times New Roman"/>
                <a:ea typeface="Calibri"/>
                <a:cs typeface="Times New Roman"/>
              </a:rPr>
              <a:t>Flask</a:t>
            </a:r>
            <a:r>
              <a:rPr lang="en-US">
                <a:latin typeface="Times New Roman"/>
                <a:ea typeface="Calibri"/>
                <a:cs typeface="Times New Roman"/>
              </a:rPr>
              <a:t> – Web framework for dashboard </a:t>
            </a: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 b="1">
                <a:latin typeface="Times New Roman"/>
                <a:ea typeface="Calibri"/>
                <a:cs typeface="Times New Roman"/>
              </a:rPr>
              <a:t> Socket.IO </a:t>
            </a:r>
            <a:r>
              <a:rPr lang="en-US">
                <a:latin typeface="Times New Roman"/>
                <a:ea typeface="Calibri"/>
                <a:cs typeface="Times New Roman"/>
              </a:rPr>
              <a:t>– Real-time server-dashboard communication </a:t>
            </a: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b="1">
                <a:latin typeface="Times New Roman"/>
                <a:ea typeface="Calibri"/>
                <a:cs typeface="Times New Roman"/>
              </a:rPr>
              <a:t>Paho-MQTT</a:t>
            </a:r>
            <a:r>
              <a:rPr lang="en-US">
                <a:latin typeface="Times New Roman"/>
                <a:ea typeface="Calibri"/>
                <a:cs typeface="Times New Roman"/>
              </a:rPr>
              <a:t> – Connects to IoT devices via MQTT </a:t>
            </a: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 b="1" dirty="0">
                <a:latin typeface="Times New Roman"/>
                <a:ea typeface="Calibri"/>
                <a:cs typeface="Times New Roman"/>
              </a:rPr>
              <a:t> Scapy</a:t>
            </a:r>
            <a:r>
              <a:rPr lang="en-US" dirty="0">
                <a:latin typeface="Times New Roman"/>
                <a:ea typeface="Calibri"/>
                <a:cs typeface="Times New Roman"/>
              </a:rPr>
              <a:t> – Network packet capture and analysis </a:t>
            </a:r>
            <a:endParaRPr lang="en-US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  <a:p>
            <a:pPr algn="just">
              <a:buFont typeface="Wingdings"/>
              <a:buChar char="Ø"/>
            </a:pPr>
            <a:r>
              <a:rPr lang="en-US">
                <a:latin typeface="Times New Roman"/>
                <a:ea typeface="Calibri"/>
                <a:cs typeface="Times New Roman"/>
              </a:rPr>
              <a:t> </a:t>
            </a:r>
            <a:r>
              <a:rPr lang="en-US" b="1">
                <a:latin typeface="Times New Roman"/>
                <a:ea typeface="Calibri"/>
                <a:cs typeface="Times New Roman"/>
              </a:rPr>
              <a:t>Chart.js</a:t>
            </a:r>
            <a:r>
              <a:rPr lang="en-US">
                <a:latin typeface="Times New Roman"/>
                <a:ea typeface="Calibri"/>
                <a:cs typeface="Times New Roman"/>
              </a:rPr>
              <a:t> – Interactive charts and graphs </a:t>
            </a: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7433260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baseline="-25000" dirty="0">
                <a:latin typeface="Times New Roman"/>
                <a:cs typeface="Times New Roman"/>
              </a:rPr>
              <a:t>ARCHITECTURE OF THE PROPOSED SYSTEM</a:t>
            </a:r>
          </a:p>
        </p:txBody>
      </p:sp>
      <p:pic>
        <p:nvPicPr>
          <p:cNvPr id="4" name="Content Placeholder 3" descr="A diagram of a computer system&#10;&#10;AI-generated content may be incorrect.">
            <a:extLst>
              <a:ext uri="{FF2B5EF4-FFF2-40B4-BE49-F238E27FC236}">
                <a16:creationId xmlns:a16="http://schemas.microsoft.com/office/drawing/2014/main" id="{B17088D7-7459-03E1-F71B-D403DC6E3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90953" y="1827595"/>
            <a:ext cx="8635999" cy="4661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3304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MODULES OF THE PROJECT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dirty="0">
                <a:latin typeface="Times New Roman"/>
                <a:cs typeface="Times New Roman"/>
              </a:rPr>
              <a:t>The system is divided into five main modules:</a:t>
            </a:r>
          </a:p>
          <a:p>
            <a:pPr marL="0" indent="0" algn="just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AutoNum type="romanUcPeriod"/>
            </a:pPr>
            <a:r>
              <a:rPr lang="en-US" b="1">
                <a:latin typeface="Times New Roman"/>
                <a:ea typeface="+mn-lt"/>
                <a:cs typeface="Times New Roman"/>
              </a:rPr>
              <a:t>Web Dashboard:</a:t>
            </a:r>
            <a:r>
              <a:rPr lang="en-US">
                <a:latin typeface="Times New Roman"/>
                <a:ea typeface="+mn-lt"/>
                <a:cs typeface="Times New Roman"/>
              </a:rPr>
              <a:t> Live threat alerts, device counts, reports </a:t>
            </a:r>
            <a:endParaRPr lang="en-US">
              <a:latin typeface="Times New Roman"/>
              <a:cs typeface="Times New Roman"/>
            </a:endParaRPr>
          </a:p>
          <a:p>
            <a:pPr marL="514350" indent="-514350" algn="just">
              <a:buAutoNum type="romanUcPeriod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AutoNum type="romanUcPeriod"/>
            </a:pPr>
            <a:r>
              <a:rPr lang="en-US" b="1">
                <a:latin typeface="Times New Roman"/>
                <a:ea typeface="+mn-lt"/>
                <a:cs typeface="Times New Roman"/>
              </a:rPr>
              <a:t> MQTT Ingestion:</a:t>
            </a:r>
            <a:r>
              <a:rPr lang="en-US">
                <a:latin typeface="Times New Roman"/>
                <a:ea typeface="+mn-lt"/>
                <a:cs typeface="Times New Roman"/>
              </a:rPr>
              <a:t> Collects and structures IoT data </a:t>
            </a:r>
            <a:endParaRPr lang="en-US">
              <a:latin typeface="Times New Roman"/>
              <a:cs typeface="Times New Roman"/>
            </a:endParaRPr>
          </a:p>
          <a:p>
            <a:pPr marL="514350" indent="-514350" algn="just">
              <a:buAutoNum type="romanUcPeriod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AutoNum type="romanUcPeriod"/>
            </a:pPr>
            <a:r>
              <a:rPr lang="en-US" b="1">
                <a:latin typeface="Times New Roman"/>
                <a:ea typeface="+mn-lt"/>
                <a:cs typeface="Times New Roman"/>
              </a:rPr>
              <a:t>  Threat Detection:</a:t>
            </a:r>
            <a:r>
              <a:rPr lang="en-US">
                <a:latin typeface="Times New Roman"/>
                <a:ea typeface="+mn-lt"/>
                <a:cs typeface="Times New Roman"/>
              </a:rPr>
              <a:t> Finds anomalies, assigns risk levels </a:t>
            </a:r>
            <a:endParaRPr lang="en-US">
              <a:latin typeface="Times New Roman"/>
              <a:cs typeface="Times New Roman"/>
            </a:endParaRPr>
          </a:p>
          <a:p>
            <a:pPr marL="514350" indent="-514350" algn="just">
              <a:buAutoNum type="romanUcPeriod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AutoNum type="romanUcPeriod"/>
            </a:pPr>
            <a:r>
              <a:rPr lang="en-US" b="1">
                <a:latin typeface="Times New Roman"/>
                <a:ea typeface="+mn-lt"/>
                <a:cs typeface="Times New Roman"/>
              </a:rPr>
              <a:t>  Asset Tracker:</a:t>
            </a:r>
            <a:r>
              <a:rPr lang="en-US">
                <a:latin typeface="Times New Roman"/>
                <a:ea typeface="+mn-lt"/>
                <a:cs typeface="Times New Roman"/>
              </a:rPr>
              <a:t> Monitors device health &amp; locations </a:t>
            </a:r>
            <a:endParaRPr lang="en-US">
              <a:latin typeface="Times New Roman"/>
              <a:cs typeface="Times New Roman"/>
            </a:endParaRPr>
          </a:p>
          <a:p>
            <a:pPr marL="514350" indent="-514350" algn="just">
              <a:buAutoNum type="romanUcPeriod"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 marL="514350" indent="-514350" algn="just">
              <a:buAutoNum type="romanUcPeriod"/>
            </a:pPr>
            <a:r>
              <a:rPr lang="en-US" b="1">
                <a:latin typeface="Times New Roman"/>
                <a:ea typeface="+mn-lt"/>
                <a:cs typeface="Times New Roman"/>
              </a:rPr>
              <a:t> Export &amp; Compliance:</a:t>
            </a:r>
            <a:r>
              <a:rPr lang="en-US">
                <a:latin typeface="Times New Roman"/>
                <a:ea typeface="+mn-lt"/>
                <a:cs typeface="Times New Roman"/>
              </a:rPr>
              <a:t> Generates PDF/Excel audit reports</a:t>
            </a:r>
            <a:endParaRPr lang="en-US">
              <a:latin typeface="Times New Roman"/>
              <a:cs typeface="Times New Roman"/>
            </a:endParaRPr>
          </a:p>
          <a:p>
            <a:pPr marL="0" indent="0" algn="just">
              <a:buNone/>
            </a:pPr>
            <a:endParaRPr lang="en-US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505131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</a:t>
            </a:r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80F8929-8739-C735-8530-1C51E51F3F3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42309" y="1378102"/>
            <a:ext cx="10531571" cy="4895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16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6" name="Content Placeholder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AA1B5C0-4D02-701D-F8B6-B72913B1AD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4572" y="362885"/>
            <a:ext cx="10522856" cy="611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095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66484EB-56B2-FC8E-66C1-1D94C6341D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9906" y="592258"/>
            <a:ext cx="10547046" cy="5656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40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75092D-41A5-28BB-B0DF-D7256B85F6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9620" y="503874"/>
            <a:ext cx="11079237" cy="576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086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FUTURE RECOMMENDATIONS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>
              <a:buFont typeface="Wingdings"/>
              <a:buChar char="Ø"/>
            </a:pPr>
            <a:r>
              <a:rPr lang="en-US" b="1">
                <a:latin typeface="Times New Roman"/>
                <a:ea typeface="+mn-lt"/>
                <a:cs typeface="Times New Roman"/>
              </a:rPr>
              <a:t>  Model Integration:</a:t>
            </a:r>
            <a:r>
              <a:rPr lang="en-US">
                <a:latin typeface="Times New Roman"/>
                <a:ea typeface="+mn-lt"/>
                <a:cs typeface="Times New Roman"/>
              </a:rPr>
              <a:t> AI/ML for predictive threat detection </a:t>
            </a:r>
            <a:endParaRPr lang="en-US"/>
          </a:p>
          <a:p>
            <a:pPr marL="0" indent="0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b="1">
                <a:latin typeface="Times New Roman"/>
                <a:ea typeface="+mn-lt"/>
                <a:cs typeface="Times New Roman"/>
              </a:rPr>
              <a:t>  Blockchain Verification:</a:t>
            </a:r>
            <a:r>
              <a:rPr lang="en-US">
                <a:latin typeface="Times New Roman"/>
                <a:ea typeface="+mn-lt"/>
                <a:cs typeface="Times New Roman"/>
              </a:rPr>
              <a:t> Decentralized device identity to prevent spoofing </a:t>
            </a:r>
          </a:p>
          <a:p>
            <a:pPr marL="0" indent="0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b="1">
                <a:latin typeface="Times New Roman"/>
                <a:ea typeface="+mn-lt"/>
                <a:cs typeface="Times New Roman"/>
              </a:rPr>
              <a:t>  Edge Computing:</a:t>
            </a:r>
            <a:r>
              <a:rPr lang="en-US">
                <a:latin typeface="Times New Roman"/>
                <a:ea typeface="+mn-lt"/>
                <a:cs typeface="Times New Roman"/>
              </a:rPr>
              <a:t> Risk analysis at gateways for faster response </a:t>
            </a:r>
          </a:p>
          <a:p>
            <a:pPr marL="0" indent="0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b="1" dirty="0">
                <a:latin typeface="Times New Roman"/>
                <a:ea typeface="+mn-lt"/>
                <a:cs typeface="Times New Roman"/>
              </a:rPr>
              <a:t>  Dynamic Firewalls:</a:t>
            </a:r>
            <a:r>
              <a:rPr lang="en-US" dirty="0">
                <a:latin typeface="Times New Roman"/>
                <a:ea typeface="+mn-lt"/>
                <a:cs typeface="Times New Roman"/>
              </a:rPr>
              <a:t> Auto-block offending IPs from Scapy alerts </a:t>
            </a:r>
          </a:p>
          <a:p>
            <a:pPr marL="0" indent="0">
              <a:buNone/>
            </a:pPr>
            <a:endParaRPr lang="en-US" dirty="0">
              <a:latin typeface="Times New Roman"/>
              <a:ea typeface="+mn-lt"/>
              <a:cs typeface="Times New Roman"/>
            </a:endParaRPr>
          </a:p>
          <a:p>
            <a:pPr>
              <a:buFont typeface="Wingdings"/>
              <a:buChar char="Ø"/>
            </a:pPr>
            <a:r>
              <a:rPr lang="en-US" b="1">
                <a:latin typeface="Times New Roman"/>
                <a:ea typeface="+mn-lt"/>
                <a:cs typeface="Times New Roman"/>
              </a:rPr>
              <a:t>   Behavioral Profiling:</a:t>
            </a:r>
            <a:r>
              <a:rPr lang="en-US">
                <a:latin typeface="Times New Roman"/>
                <a:ea typeface="+mn-lt"/>
                <a:cs typeface="Times New Roman"/>
              </a:rPr>
              <a:t> Detect anomalies using traffic history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63837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/>
                <a:cs typeface="Times New Roman"/>
              </a:rPr>
              <a:t>CONCLUSION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algn="just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  Detects real-time IoT network threats efficiently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  Interactive dashboard simplifies monitoring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  Automated PDF/Excel reports support audits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>
              <a:buFont typeface="Wingdings"/>
              <a:buChar char="Ø"/>
            </a:pPr>
            <a:r>
              <a:rPr lang="en-US" dirty="0">
                <a:ea typeface="+mn-lt"/>
                <a:cs typeface="+mn-lt"/>
              </a:rPr>
              <a:t>   Provides structured insights for decision-making 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dirty="0">
              <a:ea typeface="+mn-lt"/>
              <a:cs typeface="+mn-lt"/>
            </a:endParaRPr>
          </a:p>
          <a:p>
            <a:pPr algn="just">
              <a:buFont typeface="Wingdings"/>
              <a:buChar char="Ø"/>
            </a:pPr>
            <a:r>
              <a:rPr lang="en-US">
                <a:ea typeface="+mn-lt"/>
                <a:cs typeface="+mn-lt"/>
              </a:rPr>
              <a:t>  Can be further enhanced with AI, blockchain, and edge computing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 algn="just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65002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3755"/>
          </a:xfrm>
        </p:spPr>
        <p:txBody>
          <a:bodyPr>
            <a:normAutofit/>
          </a:bodyPr>
          <a:lstStyle/>
          <a:p>
            <a:pPr algn="ctr"/>
            <a:r>
              <a:rPr lang="en-US" sz="7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659879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465</Words>
  <Application>Microsoft Office PowerPoint</Application>
  <PresentationFormat>Widescreen</PresentationFormat>
  <Paragraphs>47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 REAL-TIME IOT SECURITY MONITORING AND THREAT INTELLIGENCE SYSTEM</vt:lpstr>
      <vt:lpstr>ABSTRACT</vt:lpstr>
      <vt:lpstr>TOOLS USED</vt:lpstr>
      <vt:lpstr>ARCHITECTURE OF THE PROPOSED SYSTEM</vt:lpstr>
      <vt:lpstr>MODULES OF THE PROJECT</vt:lpstr>
      <vt:lpstr>OUTPUT</vt:lpstr>
      <vt:lpstr>PowerPoint Presentation</vt:lpstr>
      <vt:lpstr>PowerPoint Presentation</vt:lpstr>
      <vt:lpstr>PowerPoint Presentation</vt:lpstr>
      <vt:lpstr>FUTURE RECOMMENDATIONS</vt:lpstr>
      <vt:lpstr>CONCLUSION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AUTOMATED NETWORK INTRUSION DETECTION AND FORENSIC ANALYSIS FRAMEWORK USING SCAPY AND SURICATA</dc:title>
  <dc:creator>USER</dc:creator>
  <cp:lastModifiedBy>USER</cp:lastModifiedBy>
  <cp:revision>140</cp:revision>
  <dcterms:created xsi:type="dcterms:W3CDTF">2026-04-01T14:17:06Z</dcterms:created>
  <dcterms:modified xsi:type="dcterms:W3CDTF">2026-04-07T22:46:38Z</dcterms:modified>
</cp:coreProperties>
</file>